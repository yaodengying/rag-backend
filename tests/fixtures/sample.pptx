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文档加载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PDF / DOCX / TXT / MD / PPTX 五类格式统一入口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切分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按页独立切分，每一块都能追溯到所属页码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向量化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本地 BGE 权重，CPU 推理，块向量做 L2 归一化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