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员工手册 · 总则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本手册适用于公司全体正式员工。手册自二零二六年一月一日起施行。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考勤制度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公司上班时间为每日九点整。员工须在到岗后半小时内完成打卡。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费用报销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单笔报销金额不得超过五千元；超出部分须由部门总监审批。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设备巡检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生产设备的巡检周期为每季度一次，由设备科负责执行。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假期管理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员工入职满一年后，每年可享受带薪年假十天。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